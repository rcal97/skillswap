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e3062167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e3062167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3062167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3062167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leaflet.js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3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problema nella condivisione delle competenze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2953825"/>
            <a:ext cx="5415000" cy="19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comunità di quartiere hanno competenze da condividere, ma nessuno strumento semplice per connettersi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Le piattaforme esistenti (social e app di messagistica) diventano caotiche e spesso ignorate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/>
              <a:t>Non esiste una soluzione gratuita, iperlocale e basata su mappa</a:t>
            </a:r>
            <a:endParaRPr/>
          </a:p>
        </p:txBody>
      </p:sp>
      <p:pic>
        <p:nvPicPr>
          <p:cNvPr descr="Building Agreement Handshake Vector Design. Businessman and Engineer have Construction Partnership Contract, Crane and Property Background. Business Character Commercial Entrepreneurship Illustration (Fornito da Getty Images)"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350" y="2812250"/>
            <a:ext cx="2179917" cy="217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SkillSwap - Scambia Competenze, Non Denaro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889025" y="2328700"/>
            <a:ext cx="4913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Pubblica cosa offri e cosa cerchi (es. “Insegno a giocare a Tennis, cerco ripetizioni di informatica”)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Visualizza le offerte vicino a te su una mappa interattiva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Nessuna registrazione, nessun algoritmo, nessuno spam</a:t>
            </a:r>
            <a:endParaRPr sz="1600"/>
          </a:p>
        </p:txBody>
      </p:sp>
      <p:pic>
        <p:nvPicPr>
          <p:cNvPr descr="EHS isometric illustration of environment, health and safety image related to labor (Fornito da Getty Images)"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584225" cy="2868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Costruito con le Tecnologie Web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5442600" cy="19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Frontend: </a:t>
            </a:r>
            <a:r>
              <a:rPr lang="it" sz="1600"/>
              <a:t>HTML5, CSS, JavaScript, JQuery, </a:t>
            </a:r>
            <a:r>
              <a:rPr lang="it" sz="1600" u="sng">
                <a:solidFill>
                  <a:schemeClr val="hlink"/>
                </a:solidFill>
                <a:hlinkClick r:id="rId3"/>
              </a:rPr>
              <a:t>Leaflet.js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Backend: </a:t>
            </a:r>
            <a:r>
              <a:rPr lang="it" sz="1600"/>
              <a:t>Python + Flask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Database: </a:t>
            </a:r>
            <a:r>
              <a:rPr lang="it" sz="1600"/>
              <a:t>MongoDB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 sz="1600"/>
              <a:t>PWA: </a:t>
            </a:r>
            <a:r>
              <a:rPr lang="it" sz="1600"/>
              <a:t>Installabile su dispositivi mobili, funziona offline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600"/>
              <a:t>Demo disponibile su: github.com/Rcal97/skillswap</a:t>
            </a:r>
            <a:endParaRPr sz="1600"/>
          </a:p>
        </p:txBody>
      </p:sp>
      <p:pic>
        <p:nvPicPr>
          <p:cNvPr descr="User uploads and downloads content from storage. Female character transfers information to database (Fornito da Getty Images)"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4450" y="2006250"/>
            <a:ext cx="2667151" cy="177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